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7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8" r:id="rId11"/>
    <p:sldId id="269" r:id="rId12"/>
    <p:sldId id="270" r:id="rId13"/>
    <p:sldId id="271" r:id="rId14"/>
    <p:sldId id="260" r:id="rId15"/>
    <p:sldId id="265" r:id="rId16"/>
    <p:sldId id="256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7544F6-19C0-423A-BC4F-CE16586ED0A2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1DB233-8721-499C-98EF-44743227D3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40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　旧タイトル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1DB233-8721-499C-98EF-44743227D337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3768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026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86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85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4042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6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819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638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100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69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367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11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AF99E-A0D5-463B-960C-AF4DABAF1138}" type="datetimeFigureOut">
              <a:rPr kumimoji="1" lang="ja-JP" altLang="en-US" smtClean="0"/>
              <a:t>2017/6/2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12B80-9DAF-45F8-82E0-E960BA4A52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065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/>
              <a:t>キーボードでギター弾き語り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B4</a:t>
            </a:r>
            <a:r>
              <a:rPr kumimoji="1" lang="ja-JP" altLang="en-US" dirty="0"/>
              <a:t>　新澤</a:t>
            </a:r>
          </a:p>
        </p:txBody>
      </p:sp>
    </p:spTree>
    <p:extLst>
      <p:ext uri="{BB962C8B-B14F-4D97-AF65-F5344CB8AC3E}">
        <p14:creationId xmlns:p14="http://schemas.microsoft.com/office/powerpoint/2010/main" val="114693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開発の目的と設計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目的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弾き語り</a:t>
            </a:r>
            <a:r>
              <a:rPr lang="ja-JP" altLang="en-US" dirty="0"/>
              <a:t>のパフォーマンスをしたい</a:t>
            </a:r>
            <a:endParaRPr lang="en-US" altLang="ja-JP" dirty="0"/>
          </a:p>
          <a:p>
            <a:pPr marL="457200" lvl="1" indent="0">
              <a:buNone/>
            </a:pPr>
            <a:r>
              <a:rPr kumimoji="1" lang="ja-JP" altLang="en-US" dirty="0"/>
              <a:t>ギターの練習はしない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設計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ボタンを押すと順番にコードが鳴る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953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開発環境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プログラミング言語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HSP3.5</a:t>
            </a:r>
            <a:endParaRPr lang="en-US" altLang="ja-JP" dirty="0"/>
          </a:p>
          <a:p>
            <a:pPr lvl="2"/>
            <a:r>
              <a:rPr lang="ja-JP" altLang="en-US" dirty="0"/>
              <a:t>慣れている</a:t>
            </a:r>
            <a:endParaRPr lang="en-US" altLang="ja-JP" dirty="0"/>
          </a:p>
          <a:p>
            <a:pPr lvl="2"/>
            <a:r>
              <a:rPr kumimoji="1" lang="ja-JP" altLang="en-US" dirty="0"/>
              <a:t>音を鳴らすライブラリがある</a:t>
            </a:r>
            <a:endParaRPr kumimoji="1" lang="en-US" altLang="ja-JP" dirty="0"/>
          </a:p>
          <a:p>
            <a:r>
              <a:rPr lang="ja-JP" altLang="en-US" dirty="0"/>
              <a:t>音源</a:t>
            </a:r>
            <a:endParaRPr lang="en-US" altLang="ja-JP" dirty="0"/>
          </a:p>
          <a:p>
            <a:pPr lvl="1"/>
            <a:r>
              <a:rPr lang="en-US" altLang="ja-JP" dirty="0"/>
              <a:t>wav</a:t>
            </a:r>
            <a:r>
              <a:rPr lang="ja-JP" altLang="en-US" dirty="0"/>
              <a:t>形式なら何でも良いようにしたい</a:t>
            </a:r>
            <a:endParaRPr lang="en-US" altLang="ja-JP" dirty="0"/>
          </a:p>
          <a:p>
            <a:pPr lvl="1"/>
            <a:r>
              <a:rPr lang="en-US" altLang="ja-JP" dirty="0" err="1"/>
              <a:t>P</a:t>
            </a:r>
            <a:r>
              <a:rPr kumimoji="1" lang="en-US" altLang="ja-JP" dirty="0" err="1"/>
              <a:t>ixton</a:t>
            </a:r>
            <a:r>
              <a:rPr kumimoji="1" lang="en-US" altLang="ja-JP" dirty="0"/>
              <a:t> Collage </a:t>
            </a:r>
            <a:r>
              <a:rPr kumimoji="1" lang="ja-JP" altLang="en-US" dirty="0"/>
              <a:t>オルガーニャで作成中</a:t>
            </a:r>
            <a:endParaRPr kumimoji="1" lang="en-US" altLang="ja-JP" dirty="0"/>
          </a:p>
          <a:p>
            <a:pPr lvl="2"/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3235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ハッシュを用いた連想配列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目的</a:t>
            </a:r>
            <a:endParaRPr kumimoji="1" lang="en-US" altLang="ja-JP" dirty="0"/>
          </a:p>
          <a:p>
            <a:pPr marL="457200" lvl="1" indent="0">
              <a:buNone/>
            </a:pPr>
            <a:r>
              <a:rPr kumimoji="1" lang="ja-JP" altLang="en-US" dirty="0"/>
              <a:t>楽譜を読み込む</a:t>
            </a:r>
            <a:endParaRPr kumimoji="1" lang="en-US" altLang="ja-JP" dirty="0"/>
          </a:p>
          <a:p>
            <a:r>
              <a:rPr lang="ja-JP" altLang="en-US" dirty="0"/>
              <a:t>内容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楽譜にコードを書いておくと，対応する</a:t>
            </a:r>
            <a:r>
              <a:rPr lang="en-US" altLang="ja-JP" dirty="0"/>
              <a:t>ID</a:t>
            </a:r>
            <a:r>
              <a:rPr lang="ja-JP" altLang="en-US" dirty="0"/>
              <a:t>の音源が準備される</a:t>
            </a:r>
            <a:endParaRPr lang="en-US" altLang="ja-JP" dirty="0"/>
          </a:p>
          <a:p>
            <a:r>
              <a:rPr kumimoji="1" lang="ja-JP" altLang="en-US" dirty="0"/>
              <a:t>実装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キーがコード名でバリューが</a:t>
            </a:r>
            <a:r>
              <a:rPr kumimoji="1" lang="en-US" altLang="ja-JP" dirty="0"/>
              <a:t>ID</a:t>
            </a:r>
            <a:r>
              <a:rPr kumimoji="1" lang="ja-JP" altLang="en-US" dirty="0"/>
              <a:t>である連想配列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キー配列とバリュー配列を用意</a:t>
            </a:r>
            <a:endParaRPr kumimoji="1" lang="en-US" altLang="ja-JP" dirty="0"/>
          </a:p>
          <a:p>
            <a:pPr lvl="1"/>
            <a:r>
              <a:rPr lang="ja-JP" altLang="en-US" dirty="0"/>
              <a:t>ハッシュ関数値はコード名１バイトずつの文字コードの総和の剰余</a:t>
            </a:r>
            <a:endParaRPr lang="en-US" altLang="ja-JP" dirty="0"/>
          </a:p>
          <a:p>
            <a:r>
              <a:rPr lang="ja-JP" altLang="en-US" dirty="0"/>
              <a:t>仕様</a:t>
            </a:r>
            <a:endParaRPr kumimoji="1" lang="en-US" altLang="ja-JP" dirty="0"/>
          </a:p>
          <a:p>
            <a:pPr lvl="1"/>
            <a:r>
              <a:rPr lang="ja-JP" altLang="en-US" dirty="0"/>
              <a:t>添え字にハッシュ関数の返り値を指定したバリュー配列を取り出す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85070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音源作成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現状</a:t>
            </a:r>
            <a:endParaRPr lang="en-US" altLang="ja-JP" dirty="0"/>
          </a:p>
          <a:p>
            <a:pPr lvl="1"/>
            <a:r>
              <a:rPr lang="ja-JP" altLang="en-US" dirty="0"/>
              <a:t>ギターのスペクトル分析を参考に作成</a:t>
            </a:r>
            <a:endParaRPr lang="en-US" altLang="ja-JP" dirty="0"/>
          </a:p>
          <a:p>
            <a:pPr lvl="1"/>
            <a:r>
              <a:rPr lang="en-US" altLang="ja-JP" dirty="0" err="1"/>
              <a:t>Pixton</a:t>
            </a:r>
            <a:r>
              <a:rPr lang="en-US" altLang="ja-JP" dirty="0"/>
              <a:t> Voice</a:t>
            </a:r>
            <a:r>
              <a:rPr lang="ja-JP" altLang="en-US" dirty="0"/>
              <a:t>を使用して倍音合成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予定</a:t>
            </a:r>
            <a:endParaRPr lang="en-US" altLang="ja-JP" dirty="0"/>
          </a:p>
          <a:p>
            <a:pPr lvl="1"/>
            <a:r>
              <a:rPr lang="ja-JP" altLang="en-US" dirty="0"/>
              <a:t>それらを同時に鳴らしてコードを再現</a:t>
            </a:r>
            <a:endParaRPr lang="en-US" altLang="ja-JP" dirty="0"/>
          </a:p>
          <a:p>
            <a:pPr lvl="1"/>
            <a:r>
              <a:rPr lang="ja-JP" altLang="en-US"/>
              <a:t>楽譜とコード（３個か４個の単音の組）を対応させて呼び出す</a:t>
            </a:r>
            <a:endParaRPr lang="ja-JP" altLang="en-US" dirty="0"/>
          </a:p>
        </p:txBody>
      </p:sp>
      <p:sp>
        <p:nvSpPr>
          <p:cNvPr id="4" name="矢印: 下 3"/>
          <p:cNvSpPr/>
          <p:nvPr/>
        </p:nvSpPr>
        <p:spPr>
          <a:xfrm>
            <a:off x="4747364" y="3337414"/>
            <a:ext cx="764088" cy="5887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03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コードの生成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音と音との間隔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長３度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短３度</a:t>
            </a:r>
            <a:endParaRPr kumimoji="1" lang="en-US" altLang="ja-JP" dirty="0"/>
          </a:p>
          <a:p>
            <a:r>
              <a:rPr lang="ja-JP" altLang="en-US" dirty="0"/>
              <a:t>メジャーコード</a:t>
            </a:r>
            <a:endParaRPr lang="en-US" altLang="ja-JP" dirty="0"/>
          </a:p>
          <a:p>
            <a:pPr lvl="1"/>
            <a:r>
              <a:rPr lang="ja-JP" altLang="en-US" dirty="0"/>
              <a:t>音</a:t>
            </a:r>
            <a:endParaRPr lang="en-US" altLang="ja-JP" dirty="0"/>
          </a:p>
          <a:p>
            <a:pPr lvl="1"/>
            <a:r>
              <a:rPr kumimoji="1" lang="ja-JP" altLang="en-US" dirty="0"/>
              <a:t>「＋長３度」の音</a:t>
            </a:r>
            <a:endParaRPr kumimoji="1" lang="en-US" altLang="ja-JP" dirty="0"/>
          </a:p>
          <a:p>
            <a:pPr lvl="1"/>
            <a:r>
              <a:rPr lang="ja-JP" altLang="en-US" dirty="0"/>
              <a:t>「＋長３度＋短３度」の音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9961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コードの生成実装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825625"/>
            <a:ext cx="3068782" cy="4351338"/>
          </a:xfrm>
        </p:spPr>
        <p:txBody>
          <a:bodyPr/>
          <a:lstStyle/>
          <a:p>
            <a:r>
              <a:rPr lang="ja-JP" altLang="en-US" dirty="0"/>
              <a:t>ルートを決める</a:t>
            </a:r>
            <a:endParaRPr lang="en-US" altLang="ja-JP" dirty="0"/>
          </a:p>
          <a:p>
            <a:r>
              <a:rPr kumimoji="1" lang="en-US" altLang="ja-JP" dirty="0"/>
              <a:t>s</a:t>
            </a:r>
            <a:r>
              <a:rPr kumimoji="1" lang="ja-JP" altLang="en-US" dirty="0"/>
              <a:t>があったら</a:t>
            </a:r>
            <a:r>
              <a:rPr kumimoji="1" lang="en-US" altLang="ja-JP" dirty="0"/>
              <a:t>+1</a:t>
            </a:r>
          </a:p>
          <a:p>
            <a:r>
              <a:rPr lang="en-US" altLang="ja-JP" dirty="0" err="1"/>
              <a:t>m,dim,aug</a:t>
            </a:r>
            <a:endParaRPr lang="en-US" altLang="ja-JP" dirty="0"/>
          </a:p>
          <a:p>
            <a:pPr lvl="1"/>
            <a:r>
              <a:rPr lang="ja-JP" altLang="en-US" dirty="0"/>
              <a:t>第３音</a:t>
            </a:r>
            <a:endParaRPr lang="en-US" altLang="ja-JP" dirty="0"/>
          </a:p>
          <a:p>
            <a:pPr lvl="1"/>
            <a:r>
              <a:rPr lang="ja-JP" altLang="en-US" dirty="0"/>
              <a:t>第５音</a:t>
            </a:r>
            <a:endParaRPr lang="en-US" altLang="ja-JP" dirty="0"/>
          </a:p>
          <a:p>
            <a:r>
              <a:rPr lang="en-US" altLang="ja-JP" dirty="0"/>
              <a:t>7</a:t>
            </a:r>
          </a:p>
          <a:p>
            <a:pPr marL="457200" lvl="1" indent="0">
              <a:buNone/>
            </a:pPr>
            <a:r>
              <a:rPr lang="ja-JP" altLang="en-US" dirty="0"/>
              <a:t>第７音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音が汚い</a:t>
            </a:r>
            <a:endParaRPr lang="en-US" altLang="ja-JP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533" y="1027906"/>
            <a:ext cx="4357774" cy="531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20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コードの生成変更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４つ分の音を指定しておくことにした</a:t>
            </a:r>
            <a:endParaRPr kumimoji="1" lang="en-US" altLang="ja-JP" dirty="0"/>
          </a:p>
          <a:p>
            <a:r>
              <a:rPr lang="ja-JP" altLang="en-US" dirty="0"/>
              <a:t>結局あんまりいい音ではない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前回まで，音が正しく用意されていなかった</a:t>
            </a:r>
            <a:endParaRPr lang="en-US" altLang="ja-JP" dirty="0"/>
          </a:p>
          <a:p>
            <a:pPr lvl="1"/>
            <a:r>
              <a:rPr lang="en-US" altLang="ja-JP" dirty="0"/>
              <a:t>+11</a:t>
            </a:r>
            <a:r>
              <a:rPr lang="ja-JP" altLang="en-US" dirty="0"/>
              <a:t>でオクターブ上げようとしていたが</a:t>
            </a:r>
            <a:r>
              <a:rPr lang="en-US" altLang="ja-JP" dirty="0"/>
              <a:t>+12</a:t>
            </a:r>
            <a:r>
              <a:rPr lang="ja-JP" altLang="en-US" dirty="0"/>
              <a:t>必要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22468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弾く</a:t>
            </a:r>
            <a:r>
              <a:rPr kumimoji="1" lang="ja-JP" altLang="en-US" dirty="0"/>
              <a:t>行動の分解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操作を</a:t>
            </a:r>
            <a:r>
              <a:rPr kumimoji="1" lang="ja-JP" altLang="en-US" dirty="0"/>
              <a:t>分解した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音を切り替える</a:t>
            </a:r>
            <a:endParaRPr kumimoji="1" lang="en-US" altLang="ja-JP" dirty="0"/>
          </a:p>
          <a:p>
            <a:pPr lvl="1"/>
            <a:r>
              <a:rPr lang="ja-JP" altLang="en-US" dirty="0"/>
              <a:t>音を鳴らす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効果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ギターっぽくなった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kumimoji="1" lang="ja-JP" altLang="en-US" dirty="0"/>
              <a:t>展開</a:t>
            </a:r>
            <a:endParaRPr kumimoji="1" lang="en-US" altLang="ja-JP" dirty="0"/>
          </a:p>
          <a:p>
            <a:pPr lvl="1"/>
            <a:r>
              <a:rPr lang="ja-JP" altLang="en-US" dirty="0"/>
              <a:t>音の減衰を取り入れたい</a:t>
            </a:r>
            <a:endParaRPr lang="en-US" altLang="ja-JP" dirty="0"/>
          </a:p>
          <a:p>
            <a:pPr lvl="1"/>
            <a:r>
              <a:rPr lang="ja-JP" altLang="en-US"/>
              <a:t>音の複製がありかなしか考える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264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４種類の波形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背景</a:t>
            </a:r>
            <a:endParaRPr lang="en-US" altLang="ja-JP" dirty="0"/>
          </a:p>
          <a:p>
            <a:pPr lvl="1"/>
            <a:r>
              <a:rPr lang="ja-JP" altLang="en-US" dirty="0"/>
              <a:t>弦を４本考える．</a:t>
            </a:r>
            <a:endParaRPr lang="en-US" altLang="ja-JP" dirty="0"/>
          </a:p>
          <a:p>
            <a:pPr lvl="1"/>
            <a:r>
              <a:rPr kumimoji="1" lang="ja-JP" altLang="en-US" dirty="0"/>
              <a:t>同時に鳴らす音はすべて別の弦で鳴らす．</a:t>
            </a:r>
            <a:endParaRPr kumimoji="1" lang="en-US" altLang="ja-JP" dirty="0"/>
          </a:p>
          <a:p>
            <a:r>
              <a:rPr lang="ja-JP" altLang="en-US" dirty="0"/>
              <a:t>実装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それぞれオリジナルの波形が微妙に異なる４つ</a:t>
            </a:r>
            <a:r>
              <a:rPr kumimoji="1" lang="ja-JP" altLang="en-US"/>
              <a:t>の音源</a:t>
            </a:r>
            <a:endParaRPr lang="en-US" altLang="ja-JP" dirty="0"/>
          </a:p>
          <a:p>
            <a:r>
              <a:rPr kumimoji="1" lang="ja-JP" altLang="en-US" dirty="0"/>
              <a:t>期待される効果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干渉が減る？</a:t>
            </a:r>
            <a:endParaRPr kumimoji="1" lang="en-US" altLang="ja-JP" dirty="0"/>
          </a:p>
          <a:p>
            <a:pPr lvl="1"/>
            <a:r>
              <a:rPr lang="ja-JP" altLang="en-US" dirty="0"/>
              <a:t>ギターっぽくなる？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202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現状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弾く練習はできる</a:t>
            </a:r>
            <a:endParaRPr kumimoji="1" lang="en-US" altLang="ja-JP" dirty="0"/>
          </a:p>
          <a:p>
            <a:r>
              <a:rPr lang="ja-JP" altLang="en-US" dirty="0"/>
              <a:t>それで分かったこと</a:t>
            </a:r>
            <a:endParaRPr lang="en-US" altLang="ja-JP" dirty="0"/>
          </a:p>
          <a:p>
            <a:pPr lvl="1"/>
            <a:r>
              <a:rPr lang="ja-JP" altLang="en-US" dirty="0"/>
              <a:t>ギターの音っぽくはない</a:t>
            </a:r>
            <a:endParaRPr lang="en-US" altLang="ja-JP" dirty="0"/>
          </a:p>
          <a:p>
            <a:pPr lvl="1"/>
            <a:r>
              <a:rPr kumimoji="1" lang="ja-JP" altLang="en-US" dirty="0"/>
              <a:t>弾き語りが簡単になどなってない</a:t>
            </a:r>
            <a:endParaRPr kumimoji="1" lang="en-US" altLang="ja-JP" dirty="0"/>
          </a:p>
          <a:p>
            <a:pPr lvl="1"/>
            <a:r>
              <a:rPr lang="ja-JP" altLang="en-US" dirty="0"/>
              <a:t>音の修正がめ</a:t>
            </a:r>
            <a:r>
              <a:rPr lang="ja-JP" altLang="en-US" dirty="0" err="1"/>
              <a:t>んど</a:t>
            </a:r>
            <a:r>
              <a:rPr lang="ja-JP" altLang="en-US"/>
              <a:t>くさい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02768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ストローク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６本の弦を一気に弾く</a:t>
            </a:r>
            <a:endParaRPr kumimoji="1" lang="en-US" altLang="ja-JP" dirty="0"/>
          </a:p>
          <a:p>
            <a:r>
              <a:rPr lang="ja-JP" altLang="en-US" dirty="0"/>
              <a:t>脱力</a:t>
            </a:r>
            <a:endParaRPr lang="en-US" altLang="ja-JP" dirty="0"/>
          </a:p>
          <a:p>
            <a:r>
              <a:rPr kumimoji="1" lang="ja-JP" altLang="en-US" dirty="0"/>
              <a:t>キーボードで複数のキーを使う</a:t>
            </a:r>
            <a:endParaRPr kumimoji="1" lang="en-US" altLang="ja-JP" dirty="0"/>
          </a:p>
          <a:p>
            <a:r>
              <a:rPr lang="ja-JP" altLang="en-US" dirty="0"/>
              <a:t>方向</a:t>
            </a:r>
            <a:endParaRPr kumimoji="1" lang="en-US" altLang="ja-JP" dirty="0"/>
          </a:p>
          <a:p>
            <a:pPr lvl="1"/>
            <a:r>
              <a:rPr lang="ja-JP" altLang="en-US" dirty="0"/>
              <a:t>ダウンストローク</a:t>
            </a:r>
            <a:endParaRPr lang="en-US" altLang="ja-JP" dirty="0"/>
          </a:p>
          <a:p>
            <a:pPr lvl="1"/>
            <a:r>
              <a:rPr kumimoji="1" lang="ja-JP" altLang="en-US" dirty="0"/>
              <a:t>アップストローク</a:t>
            </a:r>
            <a:r>
              <a:rPr kumimoji="1" lang="en-US" altLang="ja-JP" dirty="0"/>
              <a:t>	</a:t>
            </a:r>
            <a:r>
              <a:rPr kumimoji="1" lang="ja-JP" altLang="en-US" dirty="0"/>
              <a:t>ダウンより音が鳴りにくい？</a:t>
            </a:r>
            <a:endParaRPr kumimoji="1" lang="en-US" altLang="ja-JP" dirty="0"/>
          </a:p>
          <a:p>
            <a:r>
              <a:rPr lang="ja-JP" altLang="en-US" dirty="0"/>
              <a:t>基本の弾き方</a:t>
            </a:r>
            <a:endParaRPr kumimoji="1" lang="en-US" altLang="ja-JP" dirty="0"/>
          </a:p>
          <a:p>
            <a:pPr lvl="1"/>
            <a:r>
              <a:rPr lang="ja-JP" altLang="en-US" dirty="0"/>
              <a:t>ダウン</a:t>
            </a:r>
            <a:r>
              <a:rPr lang="en-US" altLang="ja-JP" dirty="0"/>
              <a:t>&gt;</a:t>
            </a:r>
            <a:r>
              <a:rPr lang="ja-JP" altLang="en-US" dirty="0"/>
              <a:t>ダウン</a:t>
            </a:r>
            <a:r>
              <a:rPr lang="en-US" altLang="ja-JP" dirty="0"/>
              <a:t>&gt;</a:t>
            </a:r>
            <a:r>
              <a:rPr lang="ja-JP" altLang="en-US" dirty="0"/>
              <a:t>アップ</a:t>
            </a:r>
            <a:r>
              <a:rPr lang="en-US" altLang="ja-JP" dirty="0"/>
              <a:t>&gt;</a:t>
            </a:r>
            <a:r>
              <a:rPr lang="ja-JP" altLang="en-US" dirty="0"/>
              <a:t>アップ</a:t>
            </a:r>
            <a:r>
              <a:rPr lang="en-US" altLang="ja-JP" dirty="0"/>
              <a:t>&gt;</a:t>
            </a:r>
            <a:r>
              <a:rPr lang="ja-JP" altLang="en-US" dirty="0"/>
              <a:t>ダウン</a:t>
            </a:r>
            <a:r>
              <a:rPr lang="en-US" altLang="ja-JP" dirty="0"/>
              <a:t>&gt;</a:t>
            </a:r>
            <a:r>
              <a:rPr lang="ja-JP" altLang="en-US" dirty="0"/>
              <a:t>アップ</a:t>
            </a:r>
            <a:endParaRPr lang="en-US" altLang="ja-JP" dirty="0"/>
          </a:p>
          <a:p>
            <a:pPr lvl="1"/>
            <a:r>
              <a:rPr kumimoji="1" lang="ja-JP" altLang="en-US" dirty="0"/>
              <a:t>当たってるか当たってないかがリズムを生む</a:t>
            </a:r>
            <a:endParaRPr kumimoji="1" lang="en-US" altLang="ja-JP" dirty="0"/>
          </a:p>
          <a:p>
            <a:pPr lvl="1"/>
            <a:r>
              <a:rPr lang="ja-JP" altLang="en-US" dirty="0"/>
              <a:t>腕を振るスピードはたぶん同じ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26982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弦は６本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音が６つ出る？</a:t>
            </a:r>
            <a:endParaRPr kumimoji="1" lang="en-US" altLang="ja-JP" dirty="0"/>
          </a:p>
          <a:p>
            <a:r>
              <a:rPr lang="ja-JP" altLang="en-US" dirty="0"/>
              <a:t>上４本がベースと同じ</a:t>
            </a:r>
            <a:endParaRPr lang="en-US" altLang="ja-JP" dirty="0"/>
          </a:p>
          <a:p>
            <a:r>
              <a:rPr kumimoji="1" lang="ja-JP" altLang="en-US"/>
              <a:t>残りは？　オクターブ違い？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43643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現在の問題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予定が立てられない</a:t>
            </a:r>
            <a:endParaRPr lang="en-US" altLang="ja-JP" dirty="0"/>
          </a:p>
          <a:p>
            <a:r>
              <a:rPr kumimoji="1" lang="ja-JP" altLang="en-US" dirty="0"/>
              <a:t>自然な和音の流れを決めないといけないかも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/>
              <a:t>コード決定ソフトで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0476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現状整理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今のままではぜんぜん駄目</a:t>
            </a:r>
            <a:endParaRPr kumimoji="1" lang="en-US" altLang="ja-JP" dirty="0"/>
          </a:p>
          <a:p>
            <a:r>
              <a:rPr lang="ja-JP" altLang="en-US" dirty="0"/>
              <a:t>次のトライに必要なもの</a:t>
            </a:r>
            <a:endParaRPr kumimoji="1" lang="en-US" altLang="ja-JP" dirty="0"/>
          </a:p>
          <a:p>
            <a:pPr lvl="1"/>
            <a:r>
              <a:rPr lang="ja-JP" altLang="en-US" dirty="0"/>
              <a:t>ギターの音源</a:t>
            </a:r>
            <a:endParaRPr lang="en-US" altLang="ja-JP" dirty="0"/>
          </a:p>
          <a:p>
            <a:pPr lvl="1"/>
            <a:r>
              <a:rPr kumimoji="1" lang="ja-JP" altLang="en-US" dirty="0"/>
              <a:t>ギターの音源を同時に鳴らして汚くならないこと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20479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なん</a:t>
            </a:r>
            <a:r>
              <a:rPr kumimoji="1" lang="ja-JP" altLang="en-US" dirty="0" err="1"/>
              <a:t>ちゃって</a:t>
            </a:r>
            <a:r>
              <a:rPr kumimoji="1" lang="ja-JP" altLang="en-US" dirty="0"/>
              <a:t>コード進行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B4</a:t>
            </a:r>
            <a:r>
              <a:rPr kumimoji="1" lang="ja-JP" altLang="en-US" dirty="0"/>
              <a:t>　新澤</a:t>
            </a:r>
          </a:p>
        </p:txBody>
      </p:sp>
    </p:spTree>
    <p:extLst>
      <p:ext uri="{BB962C8B-B14F-4D97-AF65-F5344CB8AC3E}">
        <p14:creationId xmlns:p14="http://schemas.microsoft.com/office/powerpoint/2010/main" val="311427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460</Words>
  <Application>Microsoft Office PowerPoint</Application>
  <PresentationFormat>ワイド画面</PresentationFormat>
  <Paragraphs>115</Paragraphs>
  <Slides>16</Slides>
  <Notes>1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游ゴシック Light</vt:lpstr>
      <vt:lpstr>Arial</vt:lpstr>
      <vt:lpstr>Office テーマ</vt:lpstr>
      <vt:lpstr>キーボードでギター弾き語り</vt:lpstr>
      <vt:lpstr>開発の目的と設計</vt:lpstr>
      <vt:lpstr>開発環境</vt:lpstr>
      <vt:lpstr>ハッシュを用いた連想配列</vt:lpstr>
      <vt:lpstr>音源作成</vt:lpstr>
      <vt:lpstr>コードの生成</vt:lpstr>
      <vt:lpstr>コードの生成実装</vt:lpstr>
      <vt:lpstr>コードの生成変更</vt:lpstr>
      <vt:lpstr>弾く行動の分解</vt:lpstr>
      <vt:lpstr>４種類の波形</vt:lpstr>
      <vt:lpstr>現状</vt:lpstr>
      <vt:lpstr>ストローク</vt:lpstr>
      <vt:lpstr>弦は６本</vt:lpstr>
      <vt:lpstr>現在の問題</vt:lpstr>
      <vt:lpstr>現状整理</vt:lpstr>
      <vt:lpstr>なんちゃってコード進行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なんちゃってコード進行</dc:title>
  <dc:creator>新澤晃一</dc:creator>
  <cp:lastModifiedBy>新澤晃一</cp:lastModifiedBy>
  <cp:revision>32</cp:revision>
  <dcterms:created xsi:type="dcterms:W3CDTF">2017-05-23T08:37:47Z</dcterms:created>
  <dcterms:modified xsi:type="dcterms:W3CDTF">2017-06-02T12:00:37Z</dcterms:modified>
</cp:coreProperties>
</file>